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9" r:id="rId5"/>
    <p:sldId id="258" r:id="rId6"/>
    <p:sldId id="263" r:id="rId7"/>
    <p:sldId id="264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38B5A-251D-455F-9EEB-B149B4C5DFCD}" v="36" dt="2025-10-28T13:59:01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w/c/fcff76021b8801ec/Eez8Qqmc-K1IkNyGIml_ifQBuMgtS25JEoqkEqWHwspUNw?e=UfXY3f" TargetMode="External"/><Relationship Id="rId2" Type="http://schemas.openxmlformats.org/officeDocument/2006/relationships/hyperlink" Target="https://github.com/crvaishnavivaishnavi-dotcom/Rock--paper-scissor/blob/main/Rock-Paper-scisso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drv.ms/p/c/fcff76021b8801ec/EdxqYlUzsFdPpeCzieXJRy8Bcg-D-Tkb34p7dqXKSexw_w?e=bU5kLv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 PAPER SCISSOR AI AGENT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10/30/2025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793290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2117240070317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SUPRIYA .A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S.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r>
              <a:rPr lang="en-US" sz="2400" dirty="0"/>
              <a:t>The game </a:t>
            </a:r>
            <a:r>
              <a:rPr lang="en-US" sz="2400" b="1" dirty="0"/>
              <a:t>Counter Four (Connect Four)</a:t>
            </a:r>
            <a:r>
              <a:rPr lang="en-US" sz="2400" dirty="0"/>
              <a:t> is a classic two-player connection game in which players take turns dropping colored discs into a vertical grid. The objective is to form a horizontal, vertical, or diagonal line of four discs of one’s own color before the opponent does.</a:t>
            </a:r>
          </a:p>
          <a:p>
            <a:r>
              <a:rPr lang="en-US" sz="2400" dirty="0"/>
              <a:t>Developing an </a:t>
            </a:r>
            <a:r>
              <a:rPr lang="en-US" sz="2400" b="1" dirty="0"/>
              <a:t>AI-based Counter Four system</a:t>
            </a:r>
            <a:r>
              <a:rPr lang="en-US" sz="2400" dirty="0"/>
              <a:t> poses the challenge of making the computer capable of playing intelligently — predicting future moves, blocking the opponent, and planning winning strategies in a limited computation time.</a:t>
            </a:r>
          </a:p>
          <a:p>
            <a:r>
              <a:rPr lang="en-US" sz="2400" dirty="0"/>
              <a:t>This project aims to design and implement an </a:t>
            </a:r>
            <a:r>
              <a:rPr lang="en-US" sz="2400" b="1" dirty="0"/>
              <a:t>artificial intelligence agent</a:t>
            </a:r>
            <a:r>
              <a:rPr lang="en-US" sz="2400" dirty="0"/>
              <a:t> that can play </a:t>
            </a:r>
            <a:r>
              <a:rPr lang="en-US" sz="2400" b="1" dirty="0"/>
              <a:t>Counter Four</a:t>
            </a:r>
            <a:r>
              <a:rPr lang="en-US" sz="2400" dirty="0"/>
              <a:t> optimally using the </a:t>
            </a:r>
            <a:r>
              <a:rPr lang="en-US" sz="2400" b="1" dirty="0"/>
              <a:t>Minimax algorithm</a:t>
            </a:r>
            <a:r>
              <a:rPr lang="en-US" sz="2400" dirty="0"/>
              <a:t> enhanced with </a:t>
            </a:r>
            <a:r>
              <a:rPr lang="en-US" sz="2400" b="1" dirty="0"/>
              <a:t>Alpha-Beta Pruning</a:t>
            </a:r>
            <a:r>
              <a:rPr lang="en-US" sz="2400" dirty="0"/>
              <a:t>. The algorithm evaluates possible future moves to determine the best possible action while pruning unnecessary branches of the game tree to improve performance and reduce computation time.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Theoretical Background</a:t>
            </a:r>
          </a:p>
          <a:p>
            <a:r>
              <a:rPr lang="en-US" dirty="0"/>
              <a:t>The </a:t>
            </a:r>
            <a:r>
              <a:rPr lang="en-US" b="1" dirty="0"/>
              <a:t>Counter Four (Connect Four)</a:t>
            </a:r>
            <a:r>
              <a:rPr lang="en-US" dirty="0"/>
              <a:t> game is a two-player strategy game where players alternately drop colored discs into a grid, aiming to form a line of four discs horizontally, vertically, or diagonally.</a:t>
            </a:r>
          </a:p>
          <a:p>
            <a:r>
              <a:rPr lang="en-US" dirty="0"/>
              <a:t>The project uses </a:t>
            </a:r>
            <a:r>
              <a:rPr lang="en-US" b="1" dirty="0"/>
              <a:t>Artificial Intelligence (AI)</a:t>
            </a:r>
            <a:r>
              <a:rPr lang="en-US" dirty="0"/>
              <a:t> techniques from </a:t>
            </a:r>
            <a:r>
              <a:rPr lang="en-US" b="1" dirty="0"/>
              <a:t>Game Theory</a:t>
            </a:r>
            <a:r>
              <a:rPr lang="en-US" dirty="0"/>
              <a:t> to enable the computer to make intelligent moves.</a:t>
            </a:r>
          </a:p>
          <a:p>
            <a:r>
              <a:rPr lang="en-US" dirty="0"/>
              <a:t>The </a:t>
            </a:r>
            <a:r>
              <a:rPr lang="en-US" b="1" dirty="0"/>
              <a:t>Minimax algorithm</a:t>
            </a:r>
            <a:r>
              <a:rPr lang="en-US" dirty="0"/>
              <a:t> is applied to simulate all possible moves and counter-moves, assuming both players play optimally. It helps the AI choose the best move that maximizes its winning chances while minimizing losses.</a:t>
            </a:r>
          </a:p>
          <a:p>
            <a:r>
              <a:rPr lang="en-US" dirty="0"/>
              <a:t>To improve efficiency, </a:t>
            </a:r>
            <a:r>
              <a:rPr lang="en-US" b="1" dirty="0"/>
              <a:t>Alpha-Beta Pruning</a:t>
            </a:r>
            <a:r>
              <a:rPr lang="en-US" dirty="0"/>
              <a:t> is used to skip unnecessary branches in the game tree that do not affect the final decision. This reduces computation time without changing the final outcome.</a:t>
            </a: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Reasons for Selection:</a:t>
            </a:r>
            <a:endParaRPr lang="en-US" dirty="0"/>
          </a:p>
          <a:p>
            <a:r>
              <a:rPr lang="en-US" b="1" dirty="0"/>
              <a:t>Optimal Decision-Making:</a:t>
            </a:r>
            <a:br>
              <a:rPr lang="en-US" dirty="0"/>
            </a:br>
            <a:r>
              <a:rPr lang="en-US" dirty="0"/>
              <a:t>The Minimax algorithm ensures the AI always selects the best possible move by considering all possible future game states.</a:t>
            </a:r>
          </a:p>
          <a:p>
            <a:r>
              <a:rPr lang="en-US" b="1" dirty="0"/>
              <a:t>Efficiency:</a:t>
            </a:r>
            <a:br>
              <a:rPr lang="en-US" dirty="0"/>
            </a:br>
            <a:r>
              <a:rPr lang="en-US" dirty="0"/>
              <a:t>Alpha-Beta Pruning significantly reduces the number of nodes evaluated, improving the algorithm’s speed and making it suitable for real-time gameplay.</a:t>
            </a:r>
          </a:p>
          <a:p>
            <a:r>
              <a:rPr lang="en-US" b="1" dirty="0"/>
              <a:t>Strategic Depth:</a:t>
            </a:r>
            <a:br>
              <a:rPr lang="en-US" dirty="0"/>
            </a:br>
            <a:r>
              <a:rPr lang="en-US" dirty="0"/>
              <a:t>The algorithm allows deep strategic analysis, helping the AI anticipate and counter the opponent’s moves effectively.</a:t>
            </a:r>
          </a:p>
          <a:p>
            <a:r>
              <a:rPr lang="en-US" b="1" dirty="0"/>
              <a:t>Simplicity and Clarity:</a:t>
            </a:r>
            <a:br>
              <a:rPr lang="en-US" dirty="0"/>
            </a:br>
            <a:r>
              <a:rPr lang="en-US" dirty="0"/>
              <a:t>The logic is easy to understand, implement, and visualize — making it ideal for academic and educational use.</a:t>
            </a:r>
          </a:p>
          <a:p>
            <a:r>
              <a:rPr lang="en-US" b="1" dirty="0"/>
              <a:t>Consistent Performance:</a:t>
            </a:r>
            <a:br>
              <a:rPr lang="en-US" dirty="0"/>
            </a:br>
            <a:r>
              <a:rPr lang="en-US" dirty="0"/>
              <a:t>It produces reliable and intelligent decisions without needing large datasets or machine learning models.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735315"/>
              </p:ext>
            </p:extLst>
          </p:nvPr>
        </p:nvGraphicFramePr>
        <p:xfrm>
          <a:off x="1854200" y="2205222"/>
          <a:ext cx="81280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linkClick r:id="rId2"/>
                        </a:rPr>
                        <a:t>Counter- four- AI/</a:t>
                      </a:r>
                      <a:r>
                        <a:rPr lang="en-IN" dirty="0">
                          <a:hlinkClick r:id="rId2"/>
                        </a:rPr>
                        <a:t>Counter- four- AI</a:t>
                      </a:r>
                      <a:r>
                        <a:rPr lang="en-IN" dirty="0">
                          <a:hlinkClick r:id="rId2"/>
                        </a:rPr>
                        <a:t>.py at main · </a:t>
                      </a:r>
                      <a:r>
                        <a:rPr lang="en-IN" dirty="0" err="1">
                          <a:hlinkClick r:id="rId2"/>
                        </a:rPr>
                        <a:t>asupriya</a:t>
                      </a:r>
                      <a:r>
                        <a:rPr lang="en-IN" dirty="0">
                          <a:hlinkClick r:id="rId2"/>
                        </a:rPr>
                        <a:t>-dotcom/</a:t>
                      </a:r>
                      <a:r>
                        <a:rPr lang="en-IN" dirty="0">
                          <a:hlinkClick r:id="rId2"/>
                        </a:rPr>
                        <a:t>Counter- four- AI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linkClick r:id="rId2"/>
                        </a:rPr>
                        <a:t>Counter- four- AI</a:t>
                      </a:r>
                      <a:r>
                        <a:rPr lang="en-IN" dirty="0">
                          <a:hlinkClick r:id="rId3"/>
                        </a:rPr>
                        <a:t>_AI_Mini_Project_Report.docx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hlinkClick r:id="rId4"/>
                        </a:rPr>
                        <a:t>AILAB_MINI_PPT_TEMPLATE_AI^0DS.pptx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3BF7-5CB5-1A0D-0BAE-18CD48CE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E18F-1AD0-12BF-4E06-EE1347A4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F0DF6-225C-7225-5638-4FAFB010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57318-DDDA-0363-4487-2AD97F8C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B88FB-FD98-3347-FECA-1F359E81DFD0}"/>
              </a:ext>
            </a:extLst>
          </p:cNvPr>
          <p:cNvSpPr txBox="1"/>
          <p:nvPr/>
        </p:nvSpPr>
        <p:spPr>
          <a:xfrm>
            <a:off x="196770" y="1215342"/>
            <a:ext cx="116209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import random</a:t>
            </a:r>
            <a:endParaRPr lang="en-IN" sz="1400" dirty="0"/>
          </a:p>
          <a:p>
            <a:r>
              <a:rPr lang="en-US" sz="1400" dirty="0"/>
              <a:t> </a:t>
            </a:r>
            <a:endParaRPr lang="en-IN" sz="1400" dirty="0"/>
          </a:p>
          <a:p>
            <a:r>
              <a:rPr lang="en-US" sz="1400" dirty="0"/>
              <a:t>def </a:t>
            </a:r>
            <a:r>
              <a:rPr lang="en-US" sz="1400" dirty="0" err="1"/>
              <a:t>get_user_choice</a:t>
            </a:r>
            <a:r>
              <a:rPr lang="en-US" sz="1400" dirty="0"/>
              <a:t>():</a:t>
            </a:r>
            <a:endParaRPr lang="en-IN" sz="1400" dirty="0"/>
          </a:p>
          <a:p>
            <a:r>
              <a:rPr lang="en-US" sz="1400" dirty="0"/>
              <a:t>    choices = ['rock', 'paper', 'scissors']</a:t>
            </a:r>
            <a:endParaRPr lang="en-IN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user_input</a:t>
            </a:r>
            <a:r>
              <a:rPr lang="en-US" sz="1400" dirty="0"/>
              <a:t> = input("Enter rock, paper, or scissors: ").lower()</a:t>
            </a:r>
            <a:endParaRPr lang="en-IN" sz="1400" dirty="0"/>
          </a:p>
          <a:p>
            <a:r>
              <a:rPr lang="en-US" sz="1400" dirty="0"/>
              <a:t>    while </a:t>
            </a:r>
            <a:r>
              <a:rPr lang="en-US" sz="1400" dirty="0" err="1"/>
              <a:t>user_input</a:t>
            </a:r>
            <a:r>
              <a:rPr lang="en-US" sz="1400" dirty="0"/>
              <a:t> not in choices:</a:t>
            </a:r>
            <a:endParaRPr lang="en-IN" sz="1400" dirty="0"/>
          </a:p>
          <a:p>
            <a:r>
              <a:rPr lang="en-US" sz="1400" dirty="0"/>
              <a:t>        print("Invalid input.")</a:t>
            </a:r>
            <a:endParaRPr lang="en-IN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user_input</a:t>
            </a:r>
            <a:r>
              <a:rPr lang="en-US" sz="1400" dirty="0"/>
              <a:t> = input("Enter rock, paper, or scissors: ").lower()</a:t>
            </a:r>
            <a:endParaRPr lang="en-IN" sz="1400" dirty="0"/>
          </a:p>
          <a:p>
            <a:r>
              <a:rPr lang="en-US" sz="1400" dirty="0"/>
              <a:t>    return </a:t>
            </a:r>
            <a:r>
              <a:rPr lang="en-US" sz="1400" dirty="0" err="1"/>
              <a:t>user_input</a:t>
            </a:r>
            <a:endParaRPr lang="en-IN" sz="1400" dirty="0"/>
          </a:p>
          <a:p>
            <a:r>
              <a:rPr lang="en-US" sz="1400" dirty="0"/>
              <a:t> </a:t>
            </a:r>
            <a:endParaRPr lang="en-IN" sz="1400" dirty="0"/>
          </a:p>
          <a:p>
            <a:r>
              <a:rPr lang="en-US" sz="1400" dirty="0"/>
              <a:t>def </a:t>
            </a:r>
            <a:r>
              <a:rPr lang="en-US" sz="1400" dirty="0" err="1"/>
              <a:t>get_computer_choice</a:t>
            </a:r>
            <a:r>
              <a:rPr lang="en-US" sz="1400" dirty="0"/>
              <a:t>():</a:t>
            </a:r>
            <a:endParaRPr lang="en-IN" sz="1400" dirty="0"/>
          </a:p>
          <a:p>
            <a:r>
              <a:rPr lang="en-US" sz="1400" dirty="0"/>
              <a:t>    choices = ['rock', 'paper', 'scissors']</a:t>
            </a:r>
            <a:endParaRPr lang="en-IN" sz="1400" dirty="0"/>
          </a:p>
          <a:p>
            <a:r>
              <a:rPr lang="en-US" sz="1400" dirty="0"/>
              <a:t>    return </a:t>
            </a:r>
            <a:r>
              <a:rPr lang="en-US" sz="1400" dirty="0" err="1"/>
              <a:t>random.choice</a:t>
            </a:r>
            <a:r>
              <a:rPr lang="en-US" sz="1400" dirty="0"/>
              <a:t>(choices)</a:t>
            </a:r>
            <a:endParaRPr lang="en-IN" sz="1400" dirty="0"/>
          </a:p>
          <a:p>
            <a:r>
              <a:rPr lang="en-US" sz="1400" dirty="0"/>
              <a:t> </a:t>
            </a:r>
            <a:endParaRPr lang="en-IN" sz="1400" dirty="0"/>
          </a:p>
          <a:p>
            <a:r>
              <a:rPr lang="en-US" sz="1400" dirty="0"/>
              <a:t>def </a:t>
            </a:r>
            <a:r>
              <a:rPr lang="en-US" sz="1400" dirty="0" err="1"/>
              <a:t>determine_winner</a:t>
            </a:r>
            <a:r>
              <a:rPr lang="en-US" sz="1400" dirty="0"/>
              <a:t>(user, computer):</a:t>
            </a:r>
            <a:endParaRPr lang="en-IN" sz="1400" dirty="0"/>
          </a:p>
          <a:p>
            <a:r>
              <a:rPr lang="en-US" sz="1400" dirty="0"/>
              <a:t>    if user == computer:</a:t>
            </a:r>
            <a:endParaRPr lang="en-IN" sz="1400" dirty="0"/>
          </a:p>
          <a:p>
            <a:r>
              <a:rPr lang="en-US" sz="1400" dirty="0"/>
              <a:t>        return "It's a tie!"</a:t>
            </a:r>
            <a:endParaRPr lang="en-IN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elif</a:t>
            </a:r>
            <a:r>
              <a:rPr lang="en-US" sz="1400" dirty="0"/>
              <a:t> (user == 'rock' and computer == 'scissors') or \</a:t>
            </a:r>
            <a:endParaRPr lang="en-IN" sz="1400" dirty="0"/>
          </a:p>
          <a:p>
            <a:r>
              <a:rPr lang="en-US" sz="1400" dirty="0"/>
              <a:t>         (user == 'scissors' and computer == 'paper') or \</a:t>
            </a:r>
            <a:endParaRPr lang="en-IN" sz="1400" dirty="0"/>
          </a:p>
          <a:p>
            <a:r>
              <a:rPr lang="en-US" sz="1400" dirty="0"/>
              <a:t>         (user == 'paper' and computer == 'rock'):</a:t>
            </a:r>
            <a:endParaRPr lang="en-IN" sz="1400" dirty="0"/>
          </a:p>
          <a:p>
            <a:r>
              <a:rPr lang="en-US" sz="1400" dirty="0"/>
              <a:t>        return "You win!"</a:t>
            </a:r>
            <a:endParaRPr lang="en-IN" sz="1400" dirty="0"/>
          </a:p>
          <a:p>
            <a:r>
              <a:rPr lang="en-US" sz="1400" dirty="0"/>
              <a:t>    else:</a:t>
            </a:r>
            <a:endParaRPr lang="en-IN" sz="1400" dirty="0"/>
          </a:p>
          <a:p>
            <a:r>
              <a:rPr lang="en-US" sz="1400" dirty="0"/>
              <a:t>        return "Computer wins!"</a:t>
            </a:r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4124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B0AE-66AF-EEDE-9853-89DF8D1A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07EC-4A07-CE6E-BCDD-355BB19FE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B5D28-BE00-6B97-E10E-8B582505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FEFF2-BB26-E3A3-4C14-4E6C62F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88B41-EF43-4F6B-71AF-F1F43A819295}"/>
              </a:ext>
            </a:extLst>
          </p:cNvPr>
          <p:cNvSpPr txBox="1"/>
          <p:nvPr/>
        </p:nvSpPr>
        <p:spPr>
          <a:xfrm>
            <a:off x="196770" y="1215342"/>
            <a:ext cx="1162098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 </a:t>
            </a:r>
            <a:endParaRPr lang="en-IN" sz="1400" dirty="0"/>
          </a:p>
          <a:p>
            <a:r>
              <a:rPr lang="en-US" sz="1400" dirty="0"/>
              <a:t>def main():</a:t>
            </a:r>
            <a:endParaRPr lang="en-IN" sz="1400" dirty="0"/>
          </a:p>
          <a:p>
            <a:r>
              <a:rPr lang="en-US" sz="1400" dirty="0"/>
              <a:t>    print("Welcome to Rock, Paper, Scissors!")</a:t>
            </a:r>
            <a:endParaRPr lang="en-IN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user_choice</a:t>
            </a:r>
            <a:r>
              <a:rPr lang="en-US" sz="1400" dirty="0"/>
              <a:t> = </a:t>
            </a:r>
            <a:r>
              <a:rPr lang="en-US" sz="1400" dirty="0" err="1"/>
              <a:t>get_user_choice</a:t>
            </a:r>
            <a:r>
              <a:rPr lang="en-US" sz="1400" dirty="0"/>
              <a:t>()</a:t>
            </a:r>
            <a:endParaRPr lang="en-IN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computer_choice</a:t>
            </a:r>
            <a:r>
              <a:rPr lang="en-US" sz="1400" dirty="0"/>
              <a:t> = </a:t>
            </a:r>
            <a:r>
              <a:rPr lang="en-US" sz="1400" dirty="0" err="1"/>
              <a:t>get_computer_choice</a:t>
            </a:r>
            <a:r>
              <a:rPr lang="en-US" sz="1400" dirty="0"/>
              <a:t>()</a:t>
            </a:r>
            <a:endParaRPr lang="en-IN" sz="1400" dirty="0"/>
          </a:p>
          <a:p>
            <a:r>
              <a:rPr lang="en-US" sz="1400" dirty="0"/>
              <a:t>    print(</a:t>
            </a:r>
            <a:r>
              <a:rPr lang="en-US" sz="1400" dirty="0" err="1"/>
              <a:t>f"You</a:t>
            </a:r>
            <a:r>
              <a:rPr lang="en-US" sz="1400" dirty="0"/>
              <a:t> chose: {</a:t>
            </a:r>
            <a:r>
              <a:rPr lang="en-US" sz="1400" dirty="0" err="1"/>
              <a:t>user_choice</a:t>
            </a:r>
            <a:r>
              <a:rPr lang="en-US" sz="1400" dirty="0"/>
              <a:t>}")</a:t>
            </a:r>
            <a:endParaRPr lang="en-IN" sz="1400" dirty="0"/>
          </a:p>
          <a:p>
            <a:r>
              <a:rPr lang="en-US" sz="1400" dirty="0"/>
              <a:t>    print(</a:t>
            </a:r>
            <a:r>
              <a:rPr lang="en-US" sz="1400" dirty="0" err="1"/>
              <a:t>f"Computer</a:t>
            </a:r>
            <a:r>
              <a:rPr lang="en-US" sz="1400" dirty="0"/>
              <a:t> chose: {</a:t>
            </a:r>
            <a:r>
              <a:rPr lang="en-US" sz="1400" dirty="0" err="1"/>
              <a:t>computer_choice</a:t>
            </a:r>
            <a:r>
              <a:rPr lang="en-US" sz="1400" dirty="0"/>
              <a:t>}")</a:t>
            </a:r>
            <a:endParaRPr lang="en-IN" sz="1400" dirty="0"/>
          </a:p>
          <a:p>
            <a:r>
              <a:rPr lang="en-US" sz="1400" dirty="0"/>
              <a:t>    result = </a:t>
            </a:r>
            <a:r>
              <a:rPr lang="en-US" sz="1400" dirty="0" err="1"/>
              <a:t>determine_winner</a:t>
            </a:r>
            <a:r>
              <a:rPr lang="en-US" sz="1400" dirty="0"/>
              <a:t>(</a:t>
            </a:r>
            <a:r>
              <a:rPr lang="en-US" sz="1400" dirty="0" err="1"/>
              <a:t>user_choice</a:t>
            </a:r>
            <a:r>
              <a:rPr lang="en-US" sz="1400" dirty="0"/>
              <a:t>, </a:t>
            </a:r>
            <a:r>
              <a:rPr lang="en-US" sz="1400" dirty="0" err="1"/>
              <a:t>computer_choice</a:t>
            </a:r>
            <a:r>
              <a:rPr lang="en-US" sz="1400" dirty="0"/>
              <a:t>)</a:t>
            </a:r>
            <a:endParaRPr lang="en-IN" sz="1400" dirty="0"/>
          </a:p>
          <a:p>
            <a:r>
              <a:rPr lang="en-US" sz="1400" dirty="0"/>
              <a:t>    print(result)</a:t>
            </a:r>
            <a:endParaRPr lang="en-IN" sz="1400" dirty="0"/>
          </a:p>
          <a:p>
            <a:r>
              <a:rPr lang="en-US" sz="1400" dirty="0"/>
              <a:t> </a:t>
            </a:r>
            <a:endParaRPr lang="en-IN" sz="1400" dirty="0"/>
          </a:p>
          <a:p>
            <a:r>
              <a:rPr lang="en-US" sz="1400" dirty="0"/>
              <a:t>if __name__ == "__main__":</a:t>
            </a:r>
            <a:endParaRPr lang="en-IN" sz="1400" dirty="0"/>
          </a:p>
          <a:p>
            <a:r>
              <a:rPr lang="en-US" sz="1400" dirty="0"/>
              <a:t>    main()</a:t>
            </a:r>
            <a:br>
              <a:rPr lang="en-US" sz="1400" dirty="0"/>
            </a:br>
            <a:endParaRPr lang="en-IN" sz="1400" dirty="0"/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35554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6209D8-2342-2ED0-0644-520A4971D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88884" y="1060797"/>
            <a:ext cx="4659381" cy="291211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13535B-080A-9491-3CE9-D8DCFB07D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159" y="2974100"/>
            <a:ext cx="6214241" cy="388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AE47-F7F6-46D6-A5BC-06322CCEBED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1635-35A5-3751-75FD-0893F9B46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Russell &amp; Norvig (2010) – </a:t>
            </a:r>
            <a:r>
              <a:rPr lang="en-US" b="1" i="1" dirty="0"/>
              <a:t>Artificial Intelligence: A Modern Approach</a:t>
            </a:r>
            <a:endParaRPr lang="en-US" b="1" dirty="0"/>
          </a:p>
          <a:p>
            <a:r>
              <a:rPr lang="en-US" dirty="0"/>
              <a:t>This book explains the </a:t>
            </a:r>
            <a:r>
              <a:rPr lang="en-US" b="1" dirty="0"/>
              <a:t>Minimax algorithm</a:t>
            </a:r>
            <a:r>
              <a:rPr lang="en-US" dirty="0"/>
              <a:t> as a key AI decision-making method used in two-player games. It helps the AI choose the best possible move by predicting the opponent’s responses.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</a:t>
            </a:r>
            <a:r>
              <a:rPr lang="en-US" b="1" dirty="0" err="1"/>
              <a:t>GeeksforGeeks</a:t>
            </a:r>
            <a:r>
              <a:rPr lang="en-US" b="1" dirty="0"/>
              <a:t> – </a:t>
            </a:r>
            <a:r>
              <a:rPr lang="en-US" b="1" i="1" dirty="0"/>
              <a:t>Minimax Algorithm in Game Theory</a:t>
            </a:r>
            <a:endParaRPr lang="en-US" b="1" dirty="0"/>
          </a:p>
          <a:p>
            <a:r>
              <a:rPr lang="en-US" dirty="0"/>
              <a:t>This source gives a </a:t>
            </a:r>
            <a:r>
              <a:rPr lang="en-US" b="1" dirty="0"/>
              <a:t>practical explanation</a:t>
            </a:r>
            <a:r>
              <a:rPr lang="en-US" dirty="0"/>
              <a:t> of how Minimax works in games. It shows examples and steps for implementing Minimax logic in programming.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</a:t>
            </a:r>
            <a:r>
              <a:rPr lang="en-US" b="1" dirty="0" err="1"/>
              <a:t>TutorialsPoint</a:t>
            </a:r>
            <a:r>
              <a:rPr lang="en-US" b="1" dirty="0"/>
              <a:t> – </a:t>
            </a:r>
            <a:r>
              <a:rPr lang="en-US" b="1" i="1" dirty="0"/>
              <a:t>Alpha-Beta Pruning in AI</a:t>
            </a:r>
            <a:endParaRPr lang="en-US" b="1" dirty="0"/>
          </a:p>
          <a:p>
            <a:r>
              <a:rPr lang="en-US" dirty="0"/>
              <a:t>It explains how </a:t>
            </a:r>
            <a:r>
              <a:rPr lang="en-US" b="1" dirty="0"/>
              <a:t>Alpha-Beta pruning</a:t>
            </a:r>
            <a:r>
              <a:rPr lang="en-US" dirty="0"/>
              <a:t> improves Minimax by removing unnecessary paths in the search tree, making the algorithm faster and more efficient.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79BA-9CC4-218D-81FA-4B783645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854C6-B229-FAE2-86E9-EF3AD8D1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35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r>
              <a:rPr lang="en-IN" dirty="0"/>
              <a:t>Russell, S., &amp; Norvig, P. (2010). </a:t>
            </a:r>
            <a:r>
              <a:rPr lang="en-IN" i="1" dirty="0"/>
              <a:t>Artificial Intelligence: A Modern Approach</a:t>
            </a:r>
            <a:r>
              <a:rPr lang="en-IN" dirty="0"/>
              <a:t> (3rd ed.). Prentice Hall. </a:t>
            </a:r>
          </a:p>
          <a:p>
            <a:r>
              <a:rPr lang="en-IN" dirty="0" err="1"/>
              <a:t>GeeksforGeeks</a:t>
            </a:r>
            <a:r>
              <a:rPr lang="en-IN" dirty="0"/>
              <a:t>. (n.d.). </a:t>
            </a:r>
            <a:r>
              <a:rPr lang="en-IN" i="1" dirty="0"/>
              <a:t>Minimax Algorithm in Game Theory | Set 1 (Introduction)</a:t>
            </a:r>
            <a:r>
              <a:rPr lang="en-IN" dirty="0"/>
              <a:t>. Retrieved from </a:t>
            </a:r>
            <a:r>
              <a:rPr lang="en-IN" dirty="0">
                <a:solidFill>
                  <a:schemeClr val="accent5"/>
                </a:solidFill>
              </a:rPr>
              <a:t>https://www.geeksforgeeks.org/minimax-algorithm-in-game-theory-set-1-introduction</a:t>
            </a:r>
          </a:p>
          <a:p>
            <a:r>
              <a:rPr lang="en-IN" dirty="0" err="1"/>
              <a:t>TutorialsPoint</a:t>
            </a:r>
            <a:r>
              <a:rPr lang="en-IN" dirty="0"/>
              <a:t>. (n.d.). </a:t>
            </a:r>
            <a:r>
              <a:rPr lang="en-IN" i="1" dirty="0"/>
              <a:t>Alpha-Beta Pruning in Artificial Intelligence</a:t>
            </a:r>
            <a:r>
              <a:rPr lang="en-IN" dirty="0"/>
              <a:t>. Retrieved from </a:t>
            </a:r>
            <a:r>
              <a:rPr lang="en-IN" dirty="0">
                <a:solidFill>
                  <a:schemeClr val="accent5"/>
                </a:solidFill>
              </a:rPr>
              <a:t>https://www.tutorialspoint.com/artificial_intelligence/artificial_intelligence_alpha_beta_pruning.htm</a:t>
            </a:r>
          </a:p>
          <a:p>
            <a:pPr marL="0" indent="0">
              <a:buNone/>
            </a:pPr>
            <a:endParaRPr lang="en-IN" dirty="0">
              <a:solidFill>
                <a:schemeClr val="accent5"/>
              </a:solidFill>
            </a:endParaRP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130</TotalTime>
  <Words>1027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&lt;ROCK PAPER SCISSOR AI AGENT&gt;</vt:lpstr>
      <vt:lpstr>PROBLEM STATEMENT</vt:lpstr>
      <vt:lpstr>THEORETICAL BACKGROUND</vt:lpstr>
      <vt:lpstr>THEORETICAL BACKGROUND</vt:lpstr>
      <vt:lpstr>IMPLEMENTATION AND CODE</vt:lpstr>
      <vt:lpstr>CODE</vt:lpstr>
      <vt:lpstr>CODE</vt:lpstr>
      <vt:lpstr>OUTPUT AND RESULTS</vt:lpstr>
      <vt:lpstr>Literature survey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supriya1509@outlook.com</cp:lastModifiedBy>
  <cp:revision>7</cp:revision>
  <dcterms:created xsi:type="dcterms:W3CDTF">2025-10-18T08:57:34Z</dcterms:created>
  <dcterms:modified xsi:type="dcterms:W3CDTF">2025-10-30T15:23:51Z</dcterms:modified>
</cp:coreProperties>
</file>